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2"/>
    <p:sldId id="458" r:id="rId3"/>
  </p:sldIdLst>
  <p:sldSz cx="12192000" cy="6858000"/>
  <p:notesSz cx="7104063" cy="10234613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A8BB159-F174-4233-8356-9CBCB84F02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0894ADC-C9B8-4586-9862-9F956EBCFD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AD89-5F76-4A0A-A3A7-93A03FD2386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A062-F703-45C5-A1B9-4E046A080C79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7660-7A1C-43F0-8F84-7C727B784F5C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7D09-0C08-49C4-89FD-A3A6E2035048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5A9C-4FC4-4F86-9C18-2599EA9B6FA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5441-A8CA-48FC-BDA2-846EF145014B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06A2-9BF1-402F-85C9-EAEDA727CB5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C411-9488-41E7-9A8A-792C55A3807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0248-4777-41AC-B6BD-9DA68D8DDCE0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66C8F-5A57-414F-95D9-EB7397C6A7C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8E46F-DCEE-4DFF-B042-DB8180A2077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EBE23-9C51-48FC-AF35-CEAFAD7B3169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383" y="23088"/>
            <a:ext cx="776617" cy="756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0237" y="2406681"/>
            <a:ext cx="83715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三种模式指令步骤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0" y="779088"/>
            <a:ext cx="12204000" cy="180002"/>
            <a:chOff x="-1" y="781613"/>
            <a:chExt cx="9144000" cy="180002"/>
          </a:xfrm>
        </p:grpSpPr>
        <p:pic>
          <p:nvPicPr>
            <p:cNvPr id="6" name="图片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571999" y="781615"/>
              <a:ext cx="4572000" cy="18000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-1" y="781613"/>
              <a:ext cx="4572000" cy="18000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1179984" y="3868901"/>
            <a:ext cx="9844031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2025.11.13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2776538" y="3620322"/>
            <a:ext cx="6650924" cy="57"/>
          </a:xfrm>
          <a:prstGeom prst="line">
            <a:avLst/>
          </a:prstGeom>
          <a:ln w="635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948E-51A1-4E98-ADE8-9E2229FD7FC6}" type="datetime1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2025/11/13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0"/>
    </mc:Choice>
    <mc:Fallback xmlns="">
      <p:transition spd="slow" advTm="67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A2EBCD-EC03-BEB6-2C0E-EBD35AE303C2}"/>
              </a:ext>
            </a:extLst>
          </p:cNvPr>
          <p:cNvSpPr/>
          <p:nvPr/>
        </p:nvSpPr>
        <p:spPr>
          <a:xfrm>
            <a:off x="1737119" y="876108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模式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30D952-B23F-29DC-93C4-9C4901C61314}"/>
              </a:ext>
            </a:extLst>
          </p:cNvPr>
          <p:cNvSpPr/>
          <p:nvPr/>
        </p:nvSpPr>
        <p:spPr>
          <a:xfrm>
            <a:off x="3522228" y="896122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模式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097D0D-FE02-DE4E-7F37-FEC32BA515EE}"/>
              </a:ext>
            </a:extLst>
          </p:cNvPr>
          <p:cNvSpPr/>
          <p:nvPr/>
        </p:nvSpPr>
        <p:spPr>
          <a:xfrm>
            <a:off x="5235623" y="876108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模式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3B989B-CAAB-AAF8-6AF5-C8846F01546F}"/>
              </a:ext>
            </a:extLst>
          </p:cNvPr>
          <p:cNvSpPr/>
          <p:nvPr/>
        </p:nvSpPr>
        <p:spPr>
          <a:xfrm>
            <a:off x="1737119" y="1526191"/>
            <a:ext cx="5062064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相同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FF5B29-4262-DD50-D6DB-A79F458F5F2C}"/>
              </a:ext>
            </a:extLst>
          </p:cNvPr>
          <p:cNvSpPr/>
          <p:nvPr/>
        </p:nvSpPr>
        <p:spPr>
          <a:xfrm>
            <a:off x="1737119" y="2228432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开启硬件触发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438C24-12EF-95D0-0D0D-85CF2676504D}"/>
              </a:ext>
            </a:extLst>
          </p:cNvPr>
          <p:cNvSpPr/>
          <p:nvPr/>
        </p:nvSpPr>
        <p:spPr>
          <a:xfrm>
            <a:off x="3522229" y="2228432"/>
            <a:ext cx="1563559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开启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触发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1BCC30-930A-AF2E-338E-618FF0F916F3}"/>
              </a:ext>
            </a:extLst>
          </p:cNvPr>
          <p:cNvSpPr/>
          <p:nvPr/>
        </p:nvSpPr>
        <p:spPr>
          <a:xfrm>
            <a:off x="5235623" y="2226430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开启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触发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B78F7E-4C63-9E59-8381-6CA9CEEBB46D}"/>
              </a:ext>
            </a:extLst>
          </p:cNvPr>
          <p:cNvSpPr/>
          <p:nvPr/>
        </p:nvSpPr>
        <p:spPr>
          <a:xfrm>
            <a:off x="287492" y="1526191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1~</a:t>
            </a:r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D0DC21-9DA5-E92D-97B4-C03E69F5B5A2}"/>
              </a:ext>
            </a:extLst>
          </p:cNvPr>
          <p:cNvSpPr/>
          <p:nvPr/>
        </p:nvSpPr>
        <p:spPr>
          <a:xfrm>
            <a:off x="287491" y="2226430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21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60C254-8C40-F980-84A3-71E0E03773B3}"/>
              </a:ext>
            </a:extLst>
          </p:cNvPr>
          <p:cNvSpPr/>
          <p:nvPr/>
        </p:nvSpPr>
        <p:spPr>
          <a:xfrm>
            <a:off x="287490" y="2909289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22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A51D97-B207-A367-79A7-FFEF772F1DF5}"/>
              </a:ext>
            </a:extLst>
          </p:cNvPr>
          <p:cNvSpPr/>
          <p:nvPr/>
        </p:nvSpPr>
        <p:spPr>
          <a:xfrm>
            <a:off x="1737119" y="2909289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接收温度数据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C421C2-79B7-D3B0-D584-366F35AA65F9}"/>
              </a:ext>
            </a:extLst>
          </p:cNvPr>
          <p:cNvSpPr/>
          <p:nvPr/>
        </p:nvSpPr>
        <p:spPr>
          <a:xfrm>
            <a:off x="287489" y="3680178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23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377CCF-3A52-55C8-DE89-8F8D86FC6111}"/>
              </a:ext>
            </a:extLst>
          </p:cNvPr>
          <p:cNvSpPr/>
          <p:nvPr/>
        </p:nvSpPr>
        <p:spPr>
          <a:xfrm>
            <a:off x="1737119" y="3535025"/>
            <a:ext cx="1563560" cy="559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接收测量完成指令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AF01C4-0695-428F-2B8E-B901CB744B57}"/>
              </a:ext>
            </a:extLst>
          </p:cNvPr>
          <p:cNvSpPr/>
          <p:nvPr/>
        </p:nvSpPr>
        <p:spPr>
          <a:xfrm>
            <a:off x="3522230" y="3521577"/>
            <a:ext cx="1563560" cy="559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接收测量完成指令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BC3D4A-E8F3-73E2-97A3-91B52B649EAE}"/>
              </a:ext>
            </a:extLst>
          </p:cNvPr>
          <p:cNvSpPr/>
          <p:nvPr/>
        </p:nvSpPr>
        <p:spPr>
          <a:xfrm>
            <a:off x="5235623" y="3521576"/>
            <a:ext cx="1563560" cy="559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接收测量完成指令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342DDB-EFE9-53BD-C8F0-BD3265F15D70}"/>
              </a:ext>
            </a:extLst>
          </p:cNvPr>
          <p:cNvSpPr/>
          <p:nvPr/>
        </p:nvSpPr>
        <p:spPr>
          <a:xfrm>
            <a:off x="287489" y="4402586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24~25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8F2EC8-E617-0A25-FA7B-BE6BBFCE9E24}"/>
              </a:ext>
            </a:extLst>
          </p:cNvPr>
          <p:cNvSpPr/>
          <p:nvPr/>
        </p:nvSpPr>
        <p:spPr>
          <a:xfrm>
            <a:off x="1737119" y="4402586"/>
            <a:ext cx="5062064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相同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EE8AE0-B71E-57C3-6BC3-46B6FDB6FA2B}"/>
              </a:ext>
            </a:extLst>
          </p:cNvPr>
          <p:cNvSpPr/>
          <p:nvPr/>
        </p:nvSpPr>
        <p:spPr>
          <a:xfrm>
            <a:off x="287489" y="4990523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26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0D15C6-70D4-4984-122D-7F8069411221}"/>
              </a:ext>
            </a:extLst>
          </p:cNvPr>
          <p:cNvSpPr/>
          <p:nvPr/>
        </p:nvSpPr>
        <p:spPr>
          <a:xfrm>
            <a:off x="1737119" y="4990523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关闭硬件触发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24548A-B644-B190-F47D-4C59C9419536}"/>
              </a:ext>
            </a:extLst>
          </p:cNvPr>
          <p:cNvSpPr/>
          <p:nvPr/>
        </p:nvSpPr>
        <p:spPr>
          <a:xfrm>
            <a:off x="3522229" y="4990523"/>
            <a:ext cx="1563559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关闭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触发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3998129-A22A-29CE-F4C3-1CF97D4DAD4C}"/>
              </a:ext>
            </a:extLst>
          </p:cNvPr>
          <p:cNvSpPr/>
          <p:nvPr/>
        </p:nvSpPr>
        <p:spPr>
          <a:xfrm>
            <a:off x="5235623" y="4988521"/>
            <a:ext cx="1563560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关闭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触发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70A69A-90D5-0689-FD1C-CAD3DB7FFB51}"/>
              </a:ext>
            </a:extLst>
          </p:cNvPr>
          <p:cNvSpPr/>
          <p:nvPr/>
        </p:nvSpPr>
        <p:spPr>
          <a:xfrm>
            <a:off x="287489" y="5585100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27~30</a:t>
            </a:r>
            <a:r>
              <a:rPr lang="zh-CN" altLang="en-US" dirty="0">
                <a:solidFill>
                  <a:schemeClr val="tx1"/>
                </a:solidFill>
              </a:rPr>
              <a:t>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60FED1D-BC86-649D-6E6B-F2DF7B7010DB}"/>
              </a:ext>
            </a:extLst>
          </p:cNvPr>
          <p:cNvSpPr/>
          <p:nvPr/>
        </p:nvSpPr>
        <p:spPr>
          <a:xfrm>
            <a:off x="1737119" y="5585100"/>
            <a:ext cx="5062064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相同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C980314-6645-67F5-0088-33E4A59BE5B3}"/>
              </a:ext>
            </a:extLst>
          </p:cNvPr>
          <p:cNvSpPr/>
          <p:nvPr/>
        </p:nvSpPr>
        <p:spPr>
          <a:xfrm>
            <a:off x="3522227" y="2909289"/>
            <a:ext cx="3276955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无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357001A-07E1-15AF-4B88-00B7C8E2F667}"/>
              </a:ext>
            </a:extLst>
          </p:cNvPr>
          <p:cNvSpPr/>
          <p:nvPr/>
        </p:nvSpPr>
        <p:spPr>
          <a:xfrm>
            <a:off x="240427" y="876108"/>
            <a:ext cx="1367243" cy="26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步骤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8A7713-18B3-E88A-5C8F-6AD0BAB92166}"/>
              </a:ext>
            </a:extLst>
          </p:cNvPr>
          <p:cNvSpPr/>
          <p:nvPr/>
        </p:nvSpPr>
        <p:spPr>
          <a:xfrm>
            <a:off x="8012759" y="236204"/>
            <a:ext cx="2817306" cy="13916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注意：界面点击停止指令后，一定在第</a:t>
            </a:r>
            <a:r>
              <a:rPr lang="en-US" altLang="zh-CN" dirty="0">
                <a:solidFill>
                  <a:schemeClr val="tx1"/>
                </a:solidFill>
              </a:rPr>
              <a:t>21</a:t>
            </a:r>
            <a:r>
              <a:rPr lang="zh-CN" altLang="en-US" dirty="0">
                <a:solidFill>
                  <a:schemeClr val="tx1"/>
                </a:solidFill>
              </a:rPr>
              <a:t>步后依次发送特定指令，具体为：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B96FBB-C9CE-2FCB-A74F-834B38EC765E}"/>
              </a:ext>
            </a:extLst>
          </p:cNvPr>
          <p:cNvSpPr txBox="1"/>
          <p:nvPr/>
        </p:nvSpPr>
        <p:spPr>
          <a:xfrm>
            <a:off x="7258612" y="2044005"/>
            <a:ext cx="47982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模式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marL="0" indent="0">
              <a:buSzPct val="80000"/>
              <a:buNone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依次发送：关闭硬件触发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（一定无反馈）、关闭硬件触发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F33EC9-4D41-97A6-0E6A-0222E144AE42}"/>
              </a:ext>
            </a:extLst>
          </p:cNvPr>
          <p:cNvSpPr txBox="1"/>
          <p:nvPr/>
        </p:nvSpPr>
        <p:spPr>
          <a:xfrm>
            <a:off x="7258612" y="3543135"/>
            <a:ext cx="49333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模式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marL="0" indent="0">
              <a:buSzPct val="80000"/>
              <a:buNone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、关闭硬件触发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 marL="0" indent="0">
              <a:buSzPct val="80000"/>
              <a:buNone/>
            </a:pPr>
            <a:endParaRPr lang="en-US" altLang="zh-CN" sz="1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indent="-285750"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模式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marL="0" indent="0">
              <a:buSzPct val="80000"/>
              <a:buNone/>
            </a:pP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、关闭硬件触发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 marL="0" indent="0">
              <a:buSzPct val="80000"/>
              <a:buNone/>
            </a:pPr>
            <a:endParaRPr lang="en-US" altLang="zh-CN" sz="1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F5533118-7928-0283-6CD6-D4D8E028C9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34667" y="1366671"/>
            <a:ext cx="1578092" cy="137481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xYzBhZTA5MmYxYTVhNmUxMTA3NzQ4ZjZkMzM4Y2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328</Words>
  <Application>Microsoft Office PowerPoint</Application>
  <PresentationFormat>宽屏</PresentationFormat>
  <Paragraphs>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ZCY</dc:creator>
  <cp:lastModifiedBy>CY Z</cp:lastModifiedBy>
  <cp:revision>738</cp:revision>
  <cp:lastPrinted>2020-10-05T07:35:00Z</cp:lastPrinted>
  <dcterms:created xsi:type="dcterms:W3CDTF">2019-07-11T10:16:00Z</dcterms:created>
  <dcterms:modified xsi:type="dcterms:W3CDTF">2025-11-13T12:39:36Z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A6C9DBD78A0541648B90385E5E827FA1_12</vt:lpwstr>
  </property>
  <property fmtid="{D5CDD505-2E9C-101B-9397-08002B2CF9AE}" pid="3" name="KSOProductBuildVer">
    <vt:lpwstr>2052-12.1.0.17147</vt:lpwstr>
  </property>
</Properties>
</file>