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1" r:id="rId4"/>
    <p:sldId id="257" r:id="rId5"/>
    <p:sldId id="258" r:id="rId6"/>
    <p:sldId id="25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67" autoAdjust="0"/>
    <p:restoredTop sz="94660"/>
  </p:normalViewPr>
  <p:slideViewPr>
    <p:cSldViewPr snapToGrid="0">
      <p:cViewPr>
        <p:scale>
          <a:sx n="33" d="100"/>
          <a:sy n="33" d="100"/>
        </p:scale>
        <p:origin x="3936" y="1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45EFB-CDAF-4085-97A9-40D747CDC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E40D6-463A-4E21-97BA-AEADFDCBC7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33005" y="1414780"/>
            <a:ext cx="5568950" cy="1393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随后</a:t>
            </a:r>
            <a:r>
              <a:rPr lang="en-US" altLang="zh-CN" dirty="0">
                <a:sym typeface="+mn-ea"/>
              </a:rPr>
              <a:t>”JSON/User”</a:t>
            </a:r>
            <a:r>
              <a:rPr lang="zh-CN" altLang="en-US" dirty="0">
                <a:sym typeface="+mn-ea"/>
              </a:rPr>
              <a:t>后台配置参数（</a:t>
            </a:r>
            <a:endParaRPr lang="zh-CN" altLang="en-US" dirty="0"/>
          </a:p>
          <a:p>
            <a:pPr algn="ctr"/>
            <a:r>
              <a:rPr lang="zh-CN" altLang="en-US" dirty="0"/>
              <a:t>包括用户在界面设置的、界面内部）：配置温度监测频率、</a:t>
            </a:r>
            <a:r>
              <a:rPr lang="zh-CN" altLang="en-US" dirty="0">
                <a:sym typeface="+mn-ea"/>
              </a:rPr>
              <a:t>配置</a:t>
            </a:r>
            <a:r>
              <a:rPr lang="en-US" altLang="zh-CN" dirty="0">
                <a:sym typeface="+mn-ea"/>
              </a:rPr>
              <a:t>LED</a:t>
            </a:r>
            <a:r>
              <a:rPr lang="zh-CN" altLang="en-US" dirty="0">
                <a:sym typeface="+mn-ea"/>
              </a:rPr>
              <a:t>发光宽度、</a:t>
            </a:r>
            <a:r>
              <a:rPr lang="en-US" altLang="zh-CN" dirty="0">
                <a:sym typeface="+mn-ea"/>
              </a:rPr>
              <a:t>LED</a:t>
            </a:r>
            <a:r>
              <a:rPr lang="zh-CN" altLang="en-US" dirty="0">
                <a:sym typeface="+mn-ea"/>
              </a:rPr>
              <a:t>发光延迟、同步触发延迟、</a:t>
            </a:r>
            <a:r>
              <a:rPr lang="en-US" altLang="zh-CN" dirty="0">
                <a:sym typeface="+mn-ea"/>
              </a:rPr>
              <a:t>LED</a:t>
            </a:r>
            <a:r>
              <a:rPr lang="zh-CN" altLang="en-US" dirty="0">
                <a:sym typeface="+mn-ea"/>
              </a:rPr>
              <a:t>发光次数、移位寄存器数据（发光位置）等</a:t>
            </a:r>
            <a:endParaRPr lang="zh-CN" altLang="en-US" dirty="0"/>
          </a:p>
          <a:p>
            <a:pPr algn="ctr"/>
            <a:r>
              <a:rPr lang="zh-CN" altLang="en-US" dirty="0">
                <a:sym typeface="+mn-ea"/>
              </a:rPr>
              <a:t>：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416800" y="0"/>
            <a:ext cx="4819650" cy="1082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点击开始测量：首先关闭电源、</a:t>
            </a:r>
            <a:r>
              <a:rPr lang="en-US" altLang="zh-CN" dirty="0">
                <a:sym typeface="+mn-ea"/>
              </a:rPr>
              <a:t>DAC</a:t>
            </a:r>
            <a:r>
              <a:rPr lang="zh-CN" altLang="en-US" dirty="0">
                <a:sym typeface="+mn-ea"/>
              </a:rPr>
              <a:t>配置、硬件触发、基线采集、复位、温度监测等。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613754" y="2882155"/>
            <a:ext cx="5078679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配置</a:t>
            </a:r>
            <a:r>
              <a:rPr lang="en-US" altLang="zh-CN" dirty="0"/>
              <a:t>DAC</a:t>
            </a:r>
            <a:r>
              <a:rPr lang="zh-CN" altLang="en-US" dirty="0"/>
              <a:t>数据（光强配置文件）、写入</a:t>
            </a:r>
            <a:r>
              <a:rPr lang="en-US" altLang="zh-CN" dirty="0"/>
              <a:t>DAC</a:t>
            </a:r>
            <a:r>
              <a:rPr lang="zh-CN" altLang="en-US" dirty="0"/>
              <a:t>数据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9339633" y="4015513"/>
            <a:ext cx="1626919" cy="43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开启电源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9339633" y="4676574"/>
            <a:ext cx="1626919" cy="43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开启硬件触发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339632" y="5356930"/>
            <a:ext cx="1626919" cy="43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接收温度数据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030196" y="6039254"/>
            <a:ext cx="2262373" cy="43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接收测量完成指令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658408" y="6894045"/>
            <a:ext cx="2989366" cy="5502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关闭电源、</a:t>
            </a:r>
            <a:r>
              <a:rPr lang="en-US" altLang="zh-CN" dirty="0"/>
              <a:t>DAC</a:t>
            </a:r>
            <a:r>
              <a:rPr lang="zh-CN" altLang="en-US" dirty="0"/>
              <a:t>配置、硬件触发</a:t>
            </a:r>
            <a:endParaRPr lang="zh-CN" altLang="en-US" dirty="0"/>
          </a:p>
        </p:txBody>
      </p:sp>
      <p:cxnSp>
        <p:nvCxnSpPr>
          <p:cNvPr id="16" name="连接符: 肘形 15"/>
          <p:cNvCxnSpPr>
            <a:stCxn id="20" idx="1"/>
            <a:endCxn id="6" idx="1"/>
          </p:cNvCxnSpPr>
          <p:nvPr/>
        </p:nvCxnSpPr>
        <p:spPr>
          <a:xfrm rot="10800000">
            <a:off x="7613754" y="3327480"/>
            <a:ext cx="1159694" cy="5658278"/>
          </a:xfrm>
          <a:prstGeom prst="bentConnector3">
            <a:avLst>
              <a:gd name="adj1" fmla="val 180491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10992404" y="4531098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2035942" y="4331043"/>
            <a:ext cx="507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发送两条指令的时间间隔为：电源稳定时间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772787" y="5139512"/>
            <a:ext cx="2330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循环各个光强点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47302" y="-2285222"/>
            <a:ext cx="10612417" cy="11790107"/>
          </a:xfrm>
          <a:prstGeom prst="rect">
            <a:avLst/>
          </a:prstGeom>
          <a:noFill/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355759" y="-2537294"/>
            <a:ext cx="1648304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停止测量</a:t>
            </a:r>
            <a:endParaRPr lang="zh-CN" altLang="en-US" dirty="0"/>
          </a:p>
        </p:txBody>
      </p:sp>
      <p:cxnSp>
        <p:nvCxnSpPr>
          <p:cNvPr id="37" name="直接箭头连接符 36"/>
          <p:cNvCxnSpPr/>
          <p:nvPr/>
        </p:nvCxnSpPr>
        <p:spPr>
          <a:xfrm flipH="1">
            <a:off x="3312221" y="-2079261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348327" y="-533825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复位</a:t>
            </a:r>
            <a:endParaRPr lang="zh-CN" altLang="en-US" dirty="0"/>
          </a:p>
        </p:txBody>
      </p:sp>
      <p:cxnSp>
        <p:nvCxnSpPr>
          <p:cNvPr id="41" name="直接箭头连接符 40"/>
          <p:cNvCxnSpPr/>
          <p:nvPr/>
        </p:nvCxnSpPr>
        <p:spPr>
          <a:xfrm flipH="1">
            <a:off x="3304789" y="-75792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348327" y="1414963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开启或断开串口连接</a:t>
            </a:r>
            <a:endParaRPr lang="zh-CN" altLang="en-US" dirty="0"/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3304789" y="1872996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348327" y="2975541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软件异常关闭</a:t>
            </a:r>
            <a:endParaRPr lang="zh-CN" altLang="en-US" dirty="0"/>
          </a:p>
        </p:txBody>
      </p:sp>
      <p:cxnSp>
        <p:nvCxnSpPr>
          <p:cNvPr id="47" name="直接箭头连接符 46"/>
          <p:cNvCxnSpPr/>
          <p:nvPr/>
        </p:nvCxnSpPr>
        <p:spPr>
          <a:xfrm flipH="1">
            <a:off x="3304789" y="3458401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7280598" y="-2275312"/>
            <a:ext cx="5568764" cy="991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打开软件</a:t>
            </a:r>
            <a:endParaRPr lang="zh-CN" altLang="en-US" dirty="0"/>
          </a:p>
        </p:txBody>
      </p:sp>
      <p:cxnSp>
        <p:nvCxnSpPr>
          <p:cNvPr id="50" name="直接箭头连接符 49"/>
          <p:cNvCxnSpPr/>
          <p:nvPr/>
        </p:nvCxnSpPr>
        <p:spPr>
          <a:xfrm>
            <a:off x="12883321" y="-1845560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3935658" y="-2115055"/>
            <a:ext cx="199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用户不可更改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946094" y="-1020353"/>
            <a:ext cx="2670101" cy="61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选择串口连接</a:t>
            </a:r>
            <a:endParaRPr lang="zh-CN" altLang="en-US" dirty="0"/>
          </a:p>
        </p:txBody>
      </p:sp>
      <p:cxnSp>
        <p:nvCxnSpPr>
          <p:cNvPr id="53" name="直接箭头连接符 52"/>
          <p:cNvCxnSpPr/>
          <p:nvPr/>
        </p:nvCxnSpPr>
        <p:spPr>
          <a:xfrm>
            <a:off x="11619515" y="-678841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1516175" y="-3764544"/>
            <a:ext cx="2157986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b="1" i="1" dirty="0">
                <a:solidFill>
                  <a:srgbClr val="0070C0"/>
                </a:solidFill>
                <a:sym typeface="+mn-ea"/>
              </a:rPr>
              <a:t>关闭硬件触发；</a:t>
            </a:r>
            <a:endParaRPr lang="en-US" altLang="zh-CN" b="1" i="1" dirty="0">
              <a:solidFill>
                <a:srgbClr val="0070C0"/>
              </a:solidFill>
            </a:endParaRPr>
          </a:p>
          <a:p>
            <a:r>
              <a:rPr lang="zh-CN" altLang="en-US" b="1" i="1" dirty="0">
                <a:solidFill>
                  <a:srgbClr val="0070C0"/>
                </a:solidFill>
                <a:sym typeface="+mn-ea"/>
              </a:rPr>
              <a:t>关闭硬件触发；</a:t>
            </a:r>
            <a:endParaRPr lang="zh-CN" altLang="en-US" b="1" i="1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12236462" y="602989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3275996" y="418886"/>
            <a:ext cx="199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用户可更改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646757" y="-3424643"/>
            <a:ext cx="5734831" cy="8906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FF0000"/>
                </a:solidFill>
              </a:rPr>
              <a:t>循环测量软件工作流程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736127" y="7720542"/>
            <a:ext cx="2989366" cy="668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开启基线采集（若为手动采集，则无此步骤）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773448" y="8651401"/>
            <a:ext cx="2989366" cy="668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等待基线采集完成指令（若为手动采集，则无此步骤）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3010568" y="-1623022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646043" y="-1250293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46043" y="841988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703469" y="2855183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348327" y="5036586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进度显示</a:t>
            </a:r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3304789" y="5519446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515973" y="5233575"/>
            <a:ext cx="2157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显示进度百分比，并显示当前光强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288804" y="6243932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温度监测数据显示与存储</a:t>
            </a:r>
            <a:endParaRPr lang="zh-CN" altLang="en-US" dirty="0"/>
          </a:p>
        </p:txBody>
      </p:sp>
      <p:cxnSp>
        <p:nvCxnSpPr>
          <p:cNvPr id="64" name="直接箭头连接符 63"/>
          <p:cNvCxnSpPr/>
          <p:nvPr/>
        </p:nvCxnSpPr>
        <p:spPr>
          <a:xfrm flipH="1">
            <a:off x="3245266" y="6726792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1456450" y="6440921"/>
            <a:ext cx="2157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FPGA</a:t>
            </a:r>
            <a:r>
              <a:rPr lang="zh-CN" altLang="en-US" dirty="0">
                <a:solidFill>
                  <a:srgbClr val="FF0000"/>
                </a:solidFill>
              </a:rPr>
              <a:t>反馈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个温度监测数据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279149" y="7498607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保留单次测量和循环测量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4279149" y="8651401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日志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1767098" y="7613504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手动或循环采集基线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9215755" y="4531360"/>
            <a:ext cx="1874520" cy="13950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1" name="内容占位符 7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61540" y="1825625"/>
            <a:ext cx="786828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界面布局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66558" y="1352561"/>
            <a:ext cx="6821022" cy="51403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08" y="1027906"/>
            <a:ext cx="7647619" cy="27904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657850" y="4639294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组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57850" y="5401294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组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48500" y="4014438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77225" y="4014438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505950" y="4015057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734675" y="4015057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963400" y="4014438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48500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58100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48500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58100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77225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886825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77225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886825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505950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115550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505950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115550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734675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44275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734675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1344275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1963400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2573000" y="463929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963400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573000" y="5401294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148762" y="5965554"/>
            <a:ext cx="1228725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红绿显示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-1045369" y="6574107"/>
            <a:ext cx="3767138" cy="6501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进度：百分比，参数信息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温度反馈：起止由界面决定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586753" y="4247800"/>
            <a:ext cx="0" cy="7096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372736" y="4998713"/>
            <a:ext cx="2428034" cy="7096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发光次数：等待</a:t>
            </a:r>
            <a:r>
              <a:rPr lang="en-US" altLang="zh-CN" dirty="0">
                <a:solidFill>
                  <a:schemeClr val="tx1"/>
                </a:solidFill>
              </a:rPr>
              <a:t>FPGA</a:t>
            </a:r>
            <a:r>
              <a:rPr lang="zh-CN" altLang="en-US" dirty="0">
                <a:solidFill>
                  <a:schemeClr val="tx1"/>
                </a:solidFill>
              </a:rPr>
              <a:t>反馈完成指令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rot="16200000">
            <a:off x="3675529" y="3449358"/>
            <a:ext cx="0" cy="7096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034431" y="3455993"/>
            <a:ext cx="1228725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删除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 rot="16200000">
            <a:off x="5436638" y="1862605"/>
            <a:ext cx="0" cy="7096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rot="16200000">
            <a:off x="2227553" y="2417078"/>
            <a:ext cx="0" cy="7096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2622069" y="2551132"/>
            <a:ext cx="1324045" cy="5423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电压列表、位置列表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49" y="86049"/>
            <a:ext cx="97235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33322" y="1652567"/>
            <a:ext cx="5568765" cy="1155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点击开始测量：首先关闭电源、</a:t>
            </a:r>
            <a:r>
              <a:rPr lang="en-US" altLang="zh-CN" dirty="0"/>
              <a:t>DAC</a:t>
            </a:r>
            <a:r>
              <a:rPr lang="zh-CN" altLang="en-US" dirty="0"/>
              <a:t>配置、硬件触发、基线采集、复位、温度监测等。随后发送配置参数，包括用户在界面设置的、界面内部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689380" y="-281592"/>
            <a:ext cx="4502620" cy="1155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配置</a:t>
            </a:r>
            <a:r>
              <a:rPr lang="en-US" altLang="zh-CN" dirty="0"/>
              <a:t>LED</a:t>
            </a:r>
            <a:r>
              <a:rPr lang="zh-CN" altLang="en-US" dirty="0"/>
              <a:t>发光宽度、</a:t>
            </a:r>
            <a:r>
              <a:rPr lang="en-US" altLang="zh-CN" dirty="0"/>
              <a:t>LED</a:t>
            </a:r>
            <a:r>
              <a:rPr lang="zh-CN" altLang="en-US" dirty="0"/>
              <a:t>发光延迟、同步触发延迟、</a:t>
            </a:r>
            <a:r>
              <a:rPr lang="en-US" altLang="zh-CN" dirty="0"/>
              <a:t>LED</a:t>
            </a:r>
            <a:r>
              <a:rPr lang="zh-CN" altLang="en-US" dirty="0"/>
              <a:t>发光次数、移位寄存器数据（发光位置）、最大最小光强点、手动或循环采集基线、单次或循环测试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613754" y="2882155"/>
            <a:ext cx="5078679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配置</a:t>
            </a:r>
            <a:r>
              <a:rPr lang="en-US" altLang="zh-CN" dirty="0"/>
              <a:t>DAC</a:t>
            </a:r>
            <a:r>
              <a:rPr lang="zh-CN" altLang="en-US" dirty="0"/>
              <a:t>数据（光强配置文件）、写入</a:t>
            </a:r>
            <a:r>
              <a:rPr lang="en-US" altLang="zh-CN" dirty="0"/>
              <a:t>DAC</a:t>
            </a:r>
            <a:r>
              <a:rPr lang="zh-CN" altLang="en-US" dirty="0"/>
              <a:t>数据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9339633" y="4015513"/>
            <a:ext cx="1626919" cy="43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开启电源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9339633" y="4676574"/>
            <a:ext cx="1626919" cy="43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开启硬件触发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339632" y="5356930"/>
            <a:ext cx="1626919" cy="43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接收温度数据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030196" y="6039254"/>
            <a:ext cx="2262373" cy="439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接收测量完成指令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658408" y="6894045"/>
            <a:ext cx="2989366" cy="5502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关闭电源、</a:t>
            </a:r>
            <a:r>
              <a:rPr lang="en-US" altLang="zh-CN" dirty="0"/>
              <a:t>DAC</a:t>
            </a:r>
            <a:r>
              <a:rPr lang="zh-CN" altLang="en-US" dirty="0"/>
              <a:t>配置、硬件触发、复位</a:t>
            </a:r>
            <a:endParaRPr lang="zh-CN" altLang="en-US" dirty="0"/>
          </a:p>
        </p:txBody>
      </p:sp>
      <p:cxnSp>
        <p:nvCxnSpPr>
          <p:cNvPr id="12" name="连接符: 肘形 11"/>
          <p:cNvCxnSpPr>
            <a:stCxn id="36" idx="1"/>
            <a:endCxn id="5" idx="1"/>
          </p:cNvCxnSpPr>
          <p:nvPr/>
        </p:nvCxnSpPr>
        <p:spPr>
          <a:xfrm rot="10800000">
            <a:off x="7613754" y="3327480"/>
            <a:ext cx="1159694" cy="5658278"/>
          </a:xfrm>
          <a:prstGeom prst="bentConnector3">
            <a:avLst>
              <a:gd name="adj1" fmla="val 180491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0992404" y="4531098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2035942" y="4331043"/>
            <a:ext cx="507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发送两条指令的时间间隔为：电源稳定时间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72787" y="5139512"/>
            <a:ext cx="2330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循环各个光强点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47302" y="-2285222"/>
            <a:ext cx="10612417" cy="11790107"/>
          </a:xfrm>
          <a:prstGeom prst="rect">
            <a:avLst/>
          </a:prstGeom>
          <a:noFill/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55759" y="-2537294"/>
            <a:ext cx="1648304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停止测量</a:t>
            </a:r>
            <a:endParaRPr lang="zh-CN" altLang="en-US" dirty="0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3312221" y="-2079261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348327" y="-533825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复位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3304789" y="-75792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348327" y="1414963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开启或断开串口连接</a:t>
            </a:r>
            <a:endParaRPr lang="zh-CN" altLang="en-US" dirty="0"/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3304789" y="1872996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348327" y="2975541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软件异常关闭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3304789" y="3458401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7280598" y="-2275312"/>
            <a:ext cx="5568764" cy="991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打开软件，自动加载参数，包括电源稳定时间、温度监测频率、同步触发宽度、移位寄存器时钟频率、触发高电平点数等</a:t>
            </a:r>
            <a:endParaRPr lang="zh-CN" altLang="en-US" dirty="0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12883321" y="-1845560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3935658" y="-2115055"/>
            <a:ext cx="199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用户不可更改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946094" y="-1020353"/>
            <a:ext cx="2670101" cy="61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选择串口连接</a:t>
            </a:r>
            <a:endParaRPr lang="zh-CN" altLang="en-US" dirty="0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11619515" y="-678841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683815" y="-3370844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12236462" y="689349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3275996" y="474766"/>
            <a:ext cx="199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用户可更改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937961" y="1032172"/>
            <a:ext cx="4254039" cy="5105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加载光强配置文件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8646757" y="-3424643"/>
            <a:ext cx="5734831" cy="8906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FF0000"/>
                </a:solidFill>
              </a:rPr>
              <a:t>循环测量软件工作流程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736127" y="7720542"/>
            <a:ext cx="2989366" cy="668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开启基线采集（若为手动采集，则无此步骤）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8773448" y="8651401"/>
            <a:ext cx="2989366" cy="668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等待测量完成指令（若为手动采集，则无此步骤）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13010568" y="-1623022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646043" y="-1250293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646043" y="841988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703469" y="2855183"/>
            <a:ext cx="2157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依次发送：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关闭电源；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</a:t>
            </a:r>
            <a:r>
              <a:rPr lang="en-US" altLang="zh-CN" dirty="0">
                <a:solidFill>
                  <a:srgbClr val="FF0000"/>
                </a:solidFill>
              </a:rPr>
              <a:t>DAC</a:t>
            </a:r>
            <a:r>
              <a:rPr lang="zh-CN" altLang="en-US" dirty="0">
                <a:solidFill>
                  <a:srgbClr val="FF0000"/>
                </a:solidFill>
              </a:rPr>
              <a:t>配置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关闭硬件触发；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关闭基线采集；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复位；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关闭温度监测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48327" y="5036586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进度显示</a:t>
            </a:r>
            <a:endParaRPr lang="zh-CN" altLang="en-US" dirty="0"/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3304789" y="5519446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515973" y="5233575"/>
            <a:ext cx="2157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显示进度百分比，并显示当前光强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288804" y="6243932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温度监测数据显示与存储</a:t>
            </a:r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3245266" y="6726792"/>
            <a:ext cx="10435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1456450" y="6440921"/>
            <a:ext cx="2157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FPGA</a:t>
            </a:r>
            <a:r>
              <a:rPr lang="zh-CN" altLang="en-US" dirty="0">
                <a:solidFill>
                  <a:srgbClr val="FF0000"/>
                </a:solidFill>
              </a:rPr>
              <a:t>反馈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个温度监测数据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79149" y="7498607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保留单次测量和循环测量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4279149" y="8651401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日志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1767098" y="7613504"/>
            <a:ext cx="1655736" cy="89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手动或循环采集基线</a:t>
            </a:r>
            <a:endParaRPr lang="zh-CN" altLang="en-US" dirty="0"/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806030" y="-3014421"/>
            <a:ext cx="12192000" cy="674249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4874" y="4094243"/>
            <a:ext cx="9345591" cy="7038521"/>
          </a:xfrm>
          <a:prstGeom prst="rect">
            <a:avLst/>
          </a:prstGeom>
        </p:spPr>
      </p:pic>
      <p:cxnSp>
        <p:nvCxnSpPr>
          <p:cNvPr id="54" name="直接箭头连接符 53"/>
          <p:cNvCxnSpPr/>
          <p:nvPr/>
        </p:nvCxnSpPr>
        <p:spPr>
          <a:xfrm flipH="1">
            <a:off x="-4133850" y="1872996"/>
            <a:ext cx="2667000" cy="52961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-3572052" y="6136062"/>
            <a:ext cx="112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参考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-5322528" y="3273735"/>
            <a:ext cx="1403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显示温度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WPS 演示</Application>
  <PresentationFormat>宽屏</PresentationFormat>
  <Paragraphs>268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界面布局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 Z</dc:creator>
  <cp:lastModifiedBy>小毛</cp:lastModifiedBy>
  <cp:revision>14</cp:revision>
  <dcterms:created xsi:type="dcterms:W3CDTF">2025-09-29T02:12:00Z</dcterms:created>
  <dcterms:modified xsi:type="dcterms:W3CDTF">2025-11-25T07:00:45Z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E5DCE637667246BB9906CBCB9DEF0E95_13</vt:lpwstr>
  </property>
  <property fmtid="{D5CDD505-2E9C-101B-9397-08002B2CF9AE}" pid="3" name="KSOProductBuildVer">
    <vt:lpwstr>2052-12.1.0.23542</vt:lpwstr>
  </property>
</Properties>
</file>