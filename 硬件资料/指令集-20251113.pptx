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274" r:id="rId2"/>
    <p:sldId id="458" r:id="rId3"/>
    <p:sldId id="459" r:id="rId4"/>
    <p:sldId id="484" r:id="rId5"/>
    <p:sldId id="485" r:id="rId6"/>
    <p:sldId id="503" r:id="rId7"/>
    <p:sldId id="502" r:id="rId8"/>
    <p:sldId id="497" r:id="rId9"/>
    <p:sldId id="486" r:id="rId10"/>
    <p:sldId id="492" r:id="rId11"/>
    <p:sldId id="493" r:id="rId12"/>
    <p:sldId id="461" r:id="rId13"/>
    <p:sldId id="487" r:id="rId14"/>
    <p:sldId id="469" r:id="rId15"/>
    <p:sldId id="488" r:id="rId16"/>
    <p:sldId id="462" r:id="rId17"/>
    <p:sldId id="474" r:id="rId18"/>
    <p:sldId id="489" r:id="rId19"/>
    <p:sldId id="501" r:id="rId20"/>
    <p:sldId id="463" r:id="rId21"/>
    <p:sldId id="464" r:id="rId22"/>
    <p:sldId id="494" r:id="rId23"/>
    <p:sldId id="465" r:id="rId24"/>
    <p:sldId id="471" r:id="rId25"/>
    <p:sldId id="472" r:id="rId26"/>
    <p:sldId id="473" r:id="rId27"/>
    <p:sldId id="475" r:id="rId28"/>
    <p:sldId id="490" r:id="rId29"/>
    <p:sldId id="480" r:id="rId30"/>
    <p:sldId id="483" r:id="rId31"/>
    <p:sldId id="491" r:id="rId32"/>
    <p:sldId id="504" r:id="rId33"/>
    <p:sldId id="505" r:id="rId34"/>
    <p:sldId id="495" r:id="rId35"/>
    <p:sldId id="496" r:id="rId36"/>
    <p:sldId id="482" r:id="rId37"/>
    <p:sldId id="498" r:id="rId38"/>
    <p:sldId id="506" r:id="rId39"/>
    <p:sldId id="499" r:id="rId40"/>
    <p:sldId id="500" r:id="rId41"/>
  </p:sldIdLst>
  <p:sldSz cx="12192000" cy="6858000"/>
  <p:notesSz cx="7104063" cy="10234613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6" autoAdjust="0"/>
    <p:restoredTop sz="94660"/>
  </p:normalViewPr>
  <p:slideViewPr>
    <p:cSldViewPr snapToGrid="0">
      <p:cViewPr>
        <p:scale>
          <a:sx n="75" d="100"/>
          <a:sy n="75" d="100"/>
        </p:scale>
        <p:origin x="66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4A8BB159-F174-4233-8356-9CBCB84F02B6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0894ADC-C9B8-4586-9862-9F956EBCFD4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6AD89-5F76-4A0A-A3A7-93A03FD23864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AA062-F703-45C5-A1B9-4E046A080C79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F7660-7A1C-43F0-8F84-7C727B784F5C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27D09-0C08-49C4-89FD-A3A6E2035048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5A9C-4FC4-4F86-9C18-2599EA9B6FAA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F5441-A8CA-48FC-BDA2-846EF145014B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D06A2-9BF1-402F-85C9-EAEDA727CB5A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C411-9488-41E7-9A8A-792C55A3807A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20248-4777-41AC-B6BD-9DA68D8DDCE0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66C8F-5A57-414F-95D9-EB7397C6A7C4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8E46F-DCEE-4DFF-B042-DB8180A20774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EBE23-9C51-48FC-AF35-CEAFAD7B3169}" type="datetime1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AF851-9C93-4F3F-8F22-2055266F02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5383" y="23088"/>
            <a:ext cx="776617" cy="756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910237" y="2406681"/>
            <a:ext cx="83715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指令集</a:t>
            </a:r>
          </a:p>
        </p:txBody>
      </p:sp>
      <p:grpSp>
        <p:nvGrpSpPr>
          <p:cNvPr id="35" name="组合 34"/>
          <p:cNvGrpSpPr/>
          <p:nvPr/>
        </p:nvGrpSpPr>
        <p:grpSpPr>
          <a:xfrm>
            <a:off x="0" y="779088"/>
            <a:ext cx="12204000" cy="180002"/>
            <a:chOff x="-1" y="781613"/>
            <a:chExt cx="9144000" cy="180002"/>
          </a:xfrm>
        </p:grpSpPr>
        <p:pic>
          <p:nvPicPr>
            <p:cNvPr id="6" name="图片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4571999" y="781615"/>
              <a:ext cx="4572000" cy="18000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-1" y="781613"/>
              <a:ext cx="4572000" cy="180000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1179984" y="3868901"/>
            <a:ext cx="9844031" cy="661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800" kern="1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2025.11.13</a:t>
            </a:r>
          </a:p>
        </p:txBody>
      </p:sp>
      <p:cxnSp>
        <p:nvCxnSpPr>
          <p:cNvPr id="27" name="直接连接符 26"/>
          <p:cNvCxnSpPr/>
          <p:nvPr/>
        </p:nvCxnSpPr>
        <p:spPr>
          <a:xfrm>
            <a:off x="2776538" y="3620322"/>
            <a:ext cx="6650924" cy="57"/>
          </a:xfrm>
          <a:prstGeom prst="line">
            <a:avLst/>
          </a:prstGeom>
          <a:ln w="635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E948E-51A1-4E98-ADE8-9E2229FD7FC6}" type="datetime1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2025/11/13</a:t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AF851-9C93-4F3F-8F22-2055266F0222}" type="slidenum">
              <a:rPr lang="zh-CN" altLang="en-US" smtClean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fld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70"/>
    </mc:Choice>
    <mc:Fallback xmlns="">
      <p:transition spd="slow" advTm="677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XCOM V2.6.exe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波特率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115200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停止位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，数据位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，校验位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None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勾选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进制显示、时间戳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勾选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进制发送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串口调试助手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350B175-8E56-4C21-337E-1EB29789F7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8482" y="1422162"/>
            <a:ext cx="6096601" cy="48424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步：关闭电源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00 00 DD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BE15D-80B7-F1E0-8347-E145CA922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E353592-D7B0-D98B-BD49-A393ECBDD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22D10EA-CC98-2952-D2A4-05216250C57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18D2694-16BE-2505-69E4-0127E2F55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3F3F2BC-95FE-554D-AD5F-C4B81029A83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BC90D2C-DD8A-74B2-B74D-4A7AF6BB3033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3F49D5B-780C-9DF2-04FC-3CA3E283FE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98D1C3CB-5334-D48B-7325-3333A92FCDA3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27ADD53-A195-9294-547A-74E601EBEC85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F38A28E-5C03-B1AB-7520-58710E9DBD18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3E949E4B-4609-F6FF-28FB-F3702B2425E7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配置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08 00 00 DD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39FCD65-5927-2682-3005-E9B361DB743E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4022080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24C92-E0B7-7C16-398D-663A2B1FE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7BAE4B43-487E-94EF-3F05-E8BDDBCD6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CDAFF4D-515E-3548-0144-BECCAFA7EC6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D0AA66A-1580-7AD0-D9E1-2EF3A2FC2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7711004-6C9B-7DFB-0B97-4EF4158B8D5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9B3228C-510F-8D2E-DC42-27A05BAF61EA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E55465-FF07-F0C2-EE61-178DEA3E21C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6C4F2FD2-5468-7093-47C2-23BD9BFDE5E6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592415C-DAC9-0244-5CA1-3262AAE4F2E3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4D628A59-CAD6-FC37-D459-50FC6776E24E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FC2BE03F-E6AA-FF13-9AAE-FD46F59D8B5F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步：关闭硬件触发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FFB94559-0327-16E8-0B8C-D154D340C69D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59241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D23A5-80AC-655C-DB7E-CE6CE911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BC9D201-18E7-9DCA-798F-17B69C55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C6ABDB1-8A19-4476-A3F1-6FB8B247BA3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606BA79-AFDA-3F50-D884-9FC679A1C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6CF9E34-D1E8-2E79-8213-E82F4336D44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E95FEB4-1DB0-244D-8B59-1720107215D6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18E18E-1C82-0583-4923-94DB229D92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5936A4A9-9C97-DFBF-E9D6-60D86372C476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19E9ECD-C923-8DBC-1078-450B836E6C4A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B00832E-BE9B-7F56-F8F7-891EBA62E600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362893F3-9081-CB84-5F9A-F2D0075C976A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3+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2D 00 01 DD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42C8895F-3319-98F5-D3DB-555CA4657A14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322358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4FDD6-9E44-A54C-0EF0-B85843AB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56D459DA-2DF4-69D0-1FE6-D14BD9C04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440D961-EE69-5F6F-2A31-32E24C3D035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4D0789B-5B19-2BAB-E187-A34A97774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885FAB3-5EAA-54E4-31D4-65700E5FE7E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4584902-1E60-B112-6D58-8BD52A94FA08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C7026D-3CCD-7081-4D1C-B4929A4053E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A98A4D55-9123-21C6-AE11-80CB643B42FE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AD69AF2-0CEC-D7E3-DF00-3265CE23D098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3F53F2F-52C8-835B-77ED-4CA229893F7B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91F8CACC-B0E9-9AAC-8F6F-66792FDAF510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3++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3D 00 01 DD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53A4AE65-DB3D-B7F3-FC43-B19FE973CA94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39625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C8DC-F089-AB47-CADA-0EEDE0BED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B29087B4-5A59-5141-9F50-62E585474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0257410-7EED-476E-E14C-C9E4B794E07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E55CE3E-2C77-CBF1-605B-81BCEFDC9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36FE462-72D0-76EA-D088-788401AD39D7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243FB5F-BB02-AFCB-64E1-3A8A59A95759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71CEB35-7F61-7CE3-A9F6-E9BE10884D1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42176281-7B61-40C3-7F3D-1ACE316EA38B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38F6A8C-2A17-50ED-B111-16BD6B4EE49E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6A4609CE-78B0-93D4-D842-9DDDAF2F748A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2FF8E51-B01E-6FB0-BA55-3C6EE04BDED2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步：关闭基线采集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1D 00 01 DD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FA618247-B915-34C5-8D46-66E3AC6B59F4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99598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615E2-BE47-C837-C3CB-60552172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3AF84705-5C81-BCC1-72CE-164BE6216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019B597-174C-5409-CB8B-322690BCAD7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AC453F6-E4DE-D3E7-2B14-BE2345AEFD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1A4579B-8A5F-DAF1-F237-0EDDF01307AC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4818256C-59B9-F07E-D6CA-5DFF76608E3D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E7FB9E-BEE4-53B3-770D-7D3BE9212F1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8A66DC05-23A3-92E6-37F1-63896FA852F4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E6ED0A4-4BE7-9B1B-7CD2-C24C41709210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889B802-DF8F-C8C4-257B-7C7A2D068B32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2BE452AF-2E59-C587-3CAA-29140E7429A6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5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步：复位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05 00 01 DD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390C5120-E1B9-28B0-1A0A-C1D713DFEC0C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848440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BFE38-021E-9AF3-D70E-DB86B5450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A0636A32-F060-7C00-BFCF-9EA0D97B1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C9BE7D9-FEED-AE2C-95C7-413917E753A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8B377D8-0E2F-81EF-8849-A2470F0FB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7194835-CC6A-582D-116D-074D51BCE5AF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890C044-0D5D-0945-B941-2F0B4E6AD14D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793C1C-7140-4A8C-6B89-6432C151339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B2F4A340-6C44-598F-6239-6382C2B7E3D3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2F8D598-7460-D470-F0A0-CE33EEB1CF09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F45C22F-9A17-804A-2D54-16FAA84366C9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E58FB111-2FD7-C1A4-6E4B-B48D8A1755FB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步：关闭温度监测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0A 00 00 DD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15DA1E47-CFA1-07C6-679D-D23ECF1DE75F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141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CE097-4B0E-2682-545C-D628687B1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91056E23-760F-6944-6481-44FD2AE64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E27D9B7-075D-B995-1FA4-D09A1859C61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D522D41-54B0-0BD7-C9B1-A634D07F2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577C8AF-CDB4-461C-EB27-AB4FFD5EA11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5243ACD-CCD7-E3DC-E92B-067F647EBA40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D9301B-A479-2796-466F-6C44C6918E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92784EE9-F4DE-78B5-3069-F73F49871199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B93290F-DD81-AA9B-1EA4-014D6B737440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6633618-E3BA-CEDC-B3A6-6812D442C2FA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78871AAF-6C5D-F46E-94FE-018852416336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7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步：配置温度监测频率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12 09 00 0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进制数，范围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1-A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，单位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，默认值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86693543-7328-431D-14E8-089D9B505A1A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24761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9" y="1827909"/>
            <a:ext cx="10796701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8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LED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发光宽度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it-IT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12 02 </a:t>
            </a:r>
            <a:r>
              <a:rPr lang="it-IT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it-IT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it-IT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it-IT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进制数，单位为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×10ns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，例如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300ns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对应的指令为：</a:t>
            </a:r>
            <a:r>
              <a:rPr lang="it-IT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02 00 1E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9068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FCEF7-FF7E-BE87-076C-2BE7306CB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FCF1FFD7-9F80-0DC3-AF00-3D808A925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EBA3047-431F-8A2E-74E9-E71EB652D14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D2F416D-37B2-6399-930F-8D2AAD69A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D92E0F2-277B-0E09-6BDA-4025D25898B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DA431E5-7CF0-EC72-EB5C-862FAAF6E3D1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18927DE-6D65-8350-3295-6243CEF4DFC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68CF224C-3438-41AC-3C08-86AE0F02936E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3FC36282-68B6-36FC-017A-2B7A254885F3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83EE8DE-D210-23F4-89F1-26E99A53E0C1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01A72659-09CF-6508-018E-4A514F1598F8}"/>
              </a:ext>
            </a:extLst>
          </p:cNvPr>
          <p:cNvSpPr txBox="1"/>
          <p:nvPr/>
        </p:nvSpPr>
        <p:spPr>
          <a:xfrm>
            <a:off x="899999" y="1827909"/>
            <a:ext cx="10796701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9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步：配置同步触发宽度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12 12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DD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进制数，单位为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×10ns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，例如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300ns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对应的指令为：</a:t>
            </a:r>
            <a:r>
              <a:rPr lang="it-IT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02 00 1E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D569DE8-C09F-3CA1-3130-48AFE93BADDA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93250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21" y="3324943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9" y="1827909"/>
            <a:ext cx="10796701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LED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发光延迟时间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12 01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12 11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YY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YY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DD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YY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YY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进制数，单位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10ns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，默认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1μs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，上限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10ms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8817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FFE2-5CE5-8B35-D79C-0562323E5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ACE6BA2D-293D-FB0A-A84B-2E6CEAE2D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21" y="3324943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C989511-CB6F-0FC4-52F8-E8002CAF11D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3B52974-4AA9-5D03-375D-148F3686F3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B1D23F5-4646-5C3E-EFEC-2CCE0181628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D6F15C9-BFCD-E281-BF24-6A48B320F1AA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077808C-01F1-E7FB-1F85-B6E31A29872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EB337B9F-A00E-22A5-C61F-DEFB8B34E7EF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35CD0B6-F70F-C149-3A4E-D53D651DACE1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D5034E9-9E45-AD1B-9927-89063B058115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9D85A476-82C1-6465-BC68-180AB36AD4F9}"/>
              </a:ext>
            </a:extLst>
          </p:cNvPr>
          <p:cNvSpPr txBox="1"/>
          <p:nvPr/>
        </p:nvSpPr>
        <p:spPr>
          <a:xfrm>
            <a:off x="899999" y="1827909"/>
            <a:ext cx="10796701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步：配置同步触发延迟时间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12 21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12 31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YY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YY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DD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YY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YY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进制数，单位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10ns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，默认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1μs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，上限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10ms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8181D4B7-F3D5-5FC5-7B0B-90B05D020C1D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90754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8" y="1832814"/>
            <a:ext cx="11071608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步：配置移位寄存器时钟频率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03 00 0A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80448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8" y="1832814"/>
            <a:ext cx="11071608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步：配置硬件触发高电平点数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it-IT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0E 00 </a:t>
            </a:r>
            <a:r>
              <a:rPr lang="it-IT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it-IT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进制数，单位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×10ns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，默认值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10ns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，软件保护，不能为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626436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2F52B-0D98-264E-7C81-FE8E8BB02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056C8667-5CA6-C6C0-E9B4-53BA856DE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74A947A-55C8-43FB-D8E7-D4A55B562C7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E639C9C-2C73-43EB-406C-4A82393B45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928279C-54AA-D0B4-6333-20C7186D5FE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BA050E8B-BBBC-0E03-7B8F-A293DD27722F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3EE531-C199-D352-3AF6-73D5C4749B6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2AC7B01F-5D85-267B-3D55-E75F84238B95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5C0BFAB-54A0-CB46-AC19-20D7B6EDCAA3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01F5320-B322-5A16-867D-CA30EE858DB2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AD6F7AF4-5CE7-12B8-88E2-DB82A2C8C151}"/>
              </a:ext>
            </a:extLst>
          </p:cNvPr>
          <p:cNvSpPr txBox="1"/>
          <p:nvPr/>
        </p:nvSpPr>
        <p:spPr>
          <a:xfrm>
            <a:off x="899998" y="1832814"/>
            <a:ext cx="11071608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LED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发光次数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it-IT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0B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DD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进制数，默认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1000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352DC33-D0EE-D4E6-8AB9-5225E37F7942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383554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BAC1E-B7B6-8E1D-425E-80BE1E093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F20DFB18-614D-3EB0-C3C9-DBEC68418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B138597-FC4D-CDDC-3908-58EED27283F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FEC2341-55B7-5886-1096-5EF3F53FB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4B0B730-A20F-DD8E-54B8-838931183D9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5D5C7C3-41BE-7BA1-3781-C4F0FC6530A0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687056-213A-CEAF-DC9E-F22E201399A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593C4F48-0F8E-E47C-3007-3F5C38AD41EC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F370D9D9-3767-CC31-8F07-B43ACC05B3EB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6FDA0D4-DC98-C88A-08EE-2E28CC2513D0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392A824E-B2D8-2D84-0435-60F88377D225}"/>
              </a:ext>
            </a:extLst>
          </p:cNvPr>
          <p:cNvSpPr txBox="1"/>
          <p:nvPr/>
        </p:nvSpPr>
        <p:spPr>
          <a:xfrm>
            <a:off x="899998" y="1832814"/>
            <a:ext cx="11071608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14+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步：配置同步触发次数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（和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LED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发光次数一致）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it-IT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1B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DD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进制数，默认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1000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FF4D7263-A73F-5D69-69EC-83E12AD57736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379844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8" y="1832814"/>
            <a:ext cx="11071608" cy="41490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15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步：配置移位寄存器数据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12 04 </a:t>
            </a:r>
            <a:r>
              <a:rPr lang="pt-BR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pt-BR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12 14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DD</a:t>
            </a:r>
            <a:endParaRPr lang="pt-BR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进制数，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个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代表四个移位寄存器数据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322844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8" y="1832814"/>
            <a:ext cx="11071608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步：开启移位寄存器配置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05 00 10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48772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6BE2E-0ADC-400F-9500-7735858B4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498D1D91-1D40-5F74-15F8-7E74C8870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78A93BC-9084-FB4D-8D0A-E90EFBAC2A1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3B73F64-893F-47A7-58F1-65775312B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F406FA4-E76B-D41D-B50E-1516C1937AD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7C49452-B6A9-3674-6F08-80451E4E4530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16E451-A744-4180-9DAE-A864111769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5D67B870-2858-2606-EA5D-D91B2931F160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050A16A-9883-BB75-975B-B2A202A6DE06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061F155-4780-EC6B-57FA-A35334B3DD8C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9516B60F-BC18-9C26-67F6-8C70299D1F94}"/>
              </a:ext>
            </a:extLst>
          </p:cNvPr>
          <p:cNvSpPr txBox="1"/>
          <p:nvPr/>
        </p:nvSpPr>
        <p:spPr>
          <a:xfrm>
            <a:off x="899998" y="1832814"/>
            <a:ext cx="11071608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17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步：开启温度监测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0A 00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01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DE653523-98B3-A188-D59A-C9CB16107FBF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306476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7" y="1832816"/>
            <a:ext cx="10784003" cy="1461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18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步：配置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数据（根据用户定义的循环区间决定）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12 07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YX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对应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，取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1-A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，共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个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对应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输出电压，默认为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02274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7" y="1832815"/>
            <a:ext cx="10163289" cy="16280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19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步：写入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数据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8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00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01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577195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7" y="1832816"/>
            <a:ext cx="10163289" cy="14614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步：开启电源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11 00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287725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7" y="1832815"/>
            <a:ext cx="10163289" cy="41490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步：开启硬件触发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0C 00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01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</a:p>
          <a:p>
            <a:pPr marL="0" indent="0"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  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或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21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步：开启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触发（只亮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</a:t>
            </a:r>
            <a:r>
              <a:rPr lang="pt-BR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 00 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01</a:t>
            </a:r>
            <a:r>
              <a:rPr lang="pt-BR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 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或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21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步：开启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触发（只亮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3</a:t>
            </a:r>
            <a:r>
              <a:rPr lang="pt-BR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 00 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01</a:t>
            </a:r>
            <a:r>
              <a:rPr lang="pt-BR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pt-BR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73274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7" y="1832816"/>
            <a:ext cx="8625003" cy="35330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22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步：接收温度数据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数据格式：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F1 XX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：设备地址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1001000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反馈的温度数据 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F2 XX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：设备地址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1001001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反馈的温度数据 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F3 XX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：设备地址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1001010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反馈的温度数据 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F4 XX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：设备地址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1001011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反馈的温度数据 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其中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 </a:t>
            </a:r>
            <a:r>
              <a:rPr lang="en-US" altLang="zh-CN" sz="2400" dirty="0" err="1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XX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表示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16bit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温度数据，格式为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int16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。换算为温度需要转换为十进制后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×0.0078125℃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242298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956C3-3A1C-A9A2-8071-E730CBAFC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7A2DBC5B-20DE-71BF-F7B2-54AC8CE30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078D620-0250-F3EC-89B6-8F9C31F23B8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C0C9FEC-60B5-CFBC-5A75-86444B393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D781B78-562A-2E7B-CA17-235F99918C4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6B5D658-1D5F-7695-2E6E-D7F5EE0AFC99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B81B34-BABC-1513-E342-1A7E799C3DB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EF821840-2190-25C0-F526-15DF8BAB4FBD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8CFE9A3-38AD-F823-49A1-9E15F8116DEA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4F2DF97-4CC9-3026-905B-981050D98712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7655B655-3AEC-3FD5-DDB8-A691E1AB52B3}"/>
              </a:ext>
            </a:extLst>
          </p:cNvPr>
          <p:cNvSpPr txBox="1"/>
          <p:nvPr/>
        </p:nvSpPr>
        <p:spPr>
          <a:xfrm>
            <a:off x="899997" y="1832816"/>
            <a:ext cx="8625003" cy="44251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23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步：接收测量完成指令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F5 00 00 DD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 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或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23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步：接收测量完成指令（只亮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12 F7 00 00 DD</a:t>
            </a:r>
          </a:p>
          <a:p>
            <a:pPr marL="0" indent="0">
              <a:buSzPct val="80000"/>
              <a:buNone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 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或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23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步：接收测量完成指令（只亮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12 F8 00 00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3D7674F4-F949-26F7-91EA-EF1764C87DFA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03562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7" y="1832816"/>
            <a:ext cx="7200003" cy="2339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24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步：关闭电源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defTabSz="901700"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00 00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366273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7" y="1832816"/>
            <a:ext cx="7200003" cy="2339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25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配置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指令：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8</a:t>
            </a:r>
            <a:r>
              <a:rPr lang="pt-BR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00 00 DD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700261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945B7-069E-113A-66C3-BC335DA1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BF3DC08-ADE3-71D2-5494-93EBDE7E2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ACCDD56-5489-01D8-E309-ECA4CCB3D4C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C8990EA-045B-84DE-0031-7D31972D8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D456F8C-2221-2F48-697E-9F79192E262A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683AD9D-A18B-0E3E-1D19-9D3E99E9D9CA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B99449-D6CE-A450-EA6A-76C2B75267D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A6EC611C-71CE-7798-B79A-C268DDEE24A7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0779BD3-7F23-F1C6-3B58-680B484601B4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DF35725-26C6-F55F-4563-1A2C55B18E40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9A276708-324A-3C61-B9C1-707EC56AA33B}"/>
              </a:ext>
            </a:extLst>
          </p:cNvPr>
          <p:cNvSpPr txBox="1"/>
          <p:nvPr/>
        </p:nvSpPr>
        <p:spPr>
          <a:xfrm>
            <a:off x="899999" y="1832814"/>
            <a:ext cx="8796452" cy="45203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26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步：关闭硬件触发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ECA80ADA-1B1C-9513-7294-7A081FE5F804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76353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045D9-E5A9-957A-4F06-FDD1743C2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D941C84E-0472-B588-E688-0B5700FC8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CAC64F4-9819-8A35-EE84-8CEDA642621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9AAE350-7011-C321-69B1-47755869C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DC99ED3-1394-2BDD-4AAF-A5322CF98E5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E0A9D2F-8D88-CAC4-5C03-6D5BEA2887EB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FB6E5F-1DE1-0501-E92F-494F2BEF0BA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5920D8E4-4FA8-56AC-AA8C-04996B63DEFF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2D7BEE45-52FD-DA07-90F4-CBDBC0D360F6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C623A5A1-9657-7DEE-A750-E1222733B889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338F393B-23E6-4143-CBE1-1BF93D6782B7}"/>
              </a:ext>
            </a:extLst>
          </p:cNvPr>
          <p:cNvSpPr txBox="1"/>
          <p:nvPr/>
        </p:nvSpPr>
        <p:spPr>
          <a:xfrm>
            <a:off x="899999" y="1832814"/>
            <a:ext cx="8796452" cy="45203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第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26+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触发（只亮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2D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EE15449B-4411-E83D-C3FE-7E7170FB58B3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6295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A21C9-590D-BDF2-8EBB-23C5317A6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B31703F9-4DD3-B342-7B1C-030C684F5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B33D781-86C2-611D-E636-C16A7A8164C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1C4BA08-8B9A-2DA5-476F-F3EC524B1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CD3890B-B97E-C5AB-8958-505C77A4D4F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49AF495-5565-081D-1579-26357C04DFFC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7E9D7F-F6DB-8A47-362B-512156BECF0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9255A9E4-271E-1C29-3829-6C6ACFA9A2C2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4F0FDE9-2AA4-553D-168E-3E62CDB1BB5B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B2A8505-A5DC-599C-A31F-BDE93A430EF5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80EDC396-CD96-DD9D-16A2-43D092547E78}"/>
              </a:ext>
            </a:extLst>
          </p:cNvPr>
          <p:cNvSpPr txBox="1"/>
          <p:nvPr/>
        </p:nvSpPr>
        <p:spPr>
          <a:xfrm>
            <a:off x="899999" y="1832814"/>
            <a:ext cx="8796452" cy="45203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第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26++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触发（只亮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E26CC9D3-5A8D-0FAA-92F9-B6613B1174D7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395013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2D8E4-A781-F623-C280-8139105A2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7E6EBEB-8E32-8563-7FB4-A6666FBCD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6E49D4A-3996-16F8-F2C9-5A3C7314FB8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11DB445-0012-DDAC-85F2-D45117727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607D468-AC7F-C823-DB7C-A697C3E8B001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1EBA2BB-7BEE-DEA8-0BA2-DF9AEF1AC76F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C3B267-68A4-6FD1-E7D1-43ED07CCC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D4C28F4B-F2BF-2703-2B02-DE4C48314C5D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2B7C1FBD-6286-4485-8394-6D739AC69D75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DD66154-5479-21B1-637E-88356EA4A4BE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D5AE0286-84E3-7209-7AF8-B49F261EFAD6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28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步：开启采集基线（若选手动基线，则无此步骤）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1C 00 01 DD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755D00A9-DA94-0D4A-CA51-C88BCF53B637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1885913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B1784-6EF7-E160-D297-16D932E43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09B2A06-2D42-17BD-BBC6-8ABE0C6F2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95D25D6-D4CD-885C-7AD2-141473EDAF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1EA778E-A42F-5F99-359D-83351D2EB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7D1C2BF-2594-B2F3-5F74-FDFD73D09E0A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48FA21F-66C7-99AC-DF89-3C910CF3EDB1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A1E97A-1394-894E-604B-4D510E0E6A1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78AE7E5-F58B-DE45-97E5-82D65D11CAA2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2D4C1D96-872E-7154-D473-8BB7E5FA984D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D31CD81-F0CB-477A-8AD7-6158CA06DF10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8E669FB-EF4A-078F-C12D-297F0C67AA90}"/>
              </a:ext>
            </a:extLst>
          </p:cNvPr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29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步：等待指令反馈（若选手动基线，则无此步骤）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指令：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F6 00 00 DD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F434D8C6-6627-41A2-3743-BAF42108A168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99211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/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/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/>
          <p:cNvSpPr txBox="1"/>
          <p:nvPr/>
        </p:nvSpPr>
        <p:spPr>
          <a:xfrm>
            <a:off x="899999" y="1832814"/>
            <a:ext cx="8796452" cy="23399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第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30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步：重复步骤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18-29</a:t>
            </a:r>
          </a:p>
        </p:txBody>
      </p:sp>
      <p:sp>
        <p:nvSpPr>
          <p:cNvPr id="17" name="标题 1"/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发送指令顺序</a:t>
            </a:r>
          </a:p>
        </p:txBody>
      </p:sp>
    </p:spTree>
    <p:extLst>
      <p:ext uri="{BB962C8B-B14F-4D97-AF65-F5344CB8AC3E}">
        <p14:creationId xmlns:p14="http://schemas.microsoft.com/office/powerpoint/2010/main" val="315312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E25B-6F92-30B6-1990-F3999EBB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1C467CEC-2913-C193-4ED6-24D5142E9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DC2B425-C63A-41C7-1956-EE86FFA2ECF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63828DF-E2C3-1246-FBA2-7FCDDF9F9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A0B81C0-50E3-2F1C-DB6B-35309B3C65C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8B760F0-9095-8E31-DDC5-56CA43D43D15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B757FE-7C88-79A2-525D-FC4330F753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EE35CD7B-E98E-7377-9B4F-4B04AB9FFB73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6881C93-1244-0C11-B5D6-6A27259DE0CA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69B27DF-B01B-066C-BDF5-536D3C7A100B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63C17109-4300-1473-CDFF-B39474331576}"/>
              </a:ext>
            </a:extLst>
          </p:cNvPr>
          <p:cNvSpPr txBox="1"/>
          <p:nvPr/>
        </p:nvSpPr>
        <p:spPr>
          <a:xfrm>
            <a:off x="899998" y="1832814"/>
            <a:ext cx="11304063" cy="48473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复位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依次发送：关闭电源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00 00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配置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08 00 00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、关闭硬件触发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2D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关闭基线采集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1D 00 01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、复位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05 00 01 DD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、关闭温度监测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0A 00 00 DD</a:t>
            </a: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开启或断开串口连接：同上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软件异常关闭：同上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停止测量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依次发送：关闭硬件触发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（一定无反馈）、关闭硬件触发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2D 00 01 DD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3D 00 01 DD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、关闭电源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00 00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配置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08 00 00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、关闭基线采集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、复位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05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、关闭温度监测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0A 00 00 DD</a:t>
            </a:r>
          </a:p>
          <a:p>
            <a:pPr marL="0" indent="0">
              <a:buSzPct val="80000"/>
              <a:buNone/>
            </a:pPr>
            <a:r>
              <a:rPr lang="zh-CN" altLang="en-US" sz="2400" dirty="0"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注意：界面点击停止测量后，一定在开启硬件触发指令后，依次发送上述指令</a:t>
            </a:r>
            <a:endParaRPr lang="en-US" altLang="zh-CN" sz="2400" dirty="0">
              <a:highlight>
                <a:srgbClr val="FF00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0B03B1A8-3560-3AFE-79E7-74F2AF19DA3F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按键</a:t>
            </a:r>
          </a:p>
        </p:txBody>
      </p:sp>
    </p:spTree>
    <p:extLst>
      <p:ext uri="{BB962C8B-B14F-4D97-AF65-F5344CB8AC3E}">
        <p14:creationId xmlns:p14="http://schemas.microsoft.com/office/powerpoint/2010/main" val="275170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49433-A00E-4DBF-E87E-24371C7E6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6C52A40E-5133-F118-508E-0BF92357F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9D83747-9FBD-070B-EF27-2E2EDC9046D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5A5A261-5BF0-8666-BE8E-A08026B38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A51AC54-0F58-C3F4-BA99-AC26D3B6391D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44AA43C-A6B9-0FC2-737E-379718262BC6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1A81C06-B2F8-3C4F-340A-1859547E4C9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55656AC4-6514-5C2E-AE39-AB4F293A85DB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091BF773-750E-5C5D-7934-4BEE6652C70A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8E6EDD5-347D-38E5-CFAC-FF473E30014E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8FA62563-26F6-143D-8974-C6CE064EB82C}"/>
              </a:ext>
            </a:extLst>
          </p:cNvPr>
          <p:cNvSpPr txBox="1"/>
          <p:nvPr/>
        </p:nvSpPr>
        <p:spPr>
          <a:xfrm>
            <a:off x="899998" y="1832814"/>
            <a:ext cx="11304063" cy="42504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停止测量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（只亮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依次发送：关闭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2D 00 01 DD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3D 00 01 DD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、关闭硬件触发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、关闭电源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00 00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配置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08 00 00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、关闭基线采集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、复位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05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、关闭温度监测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0A 00 00 DD</a:t>
            </a:r>
          </a:p>
          <a:p>
            <a:pPr marL="0" indent="0">
              <a:buSzPct val="80000"/>
              <a:buNone/>
            </a:pPr>
            <a:r>
              <a:rPr lang="zh-CN" altLang="en-US" sz="2400" dirty="0"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注意：界面点击停止测量后，一定在开启</a:t>
            </a:r>
            <a:r>
              <a:rPr lang="en-US" altLang="zh-CN" sz="2400" dirty="0"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触发指令后，依次发送上述指令</a:t>
            </a:r>
            <a:endParaRPr lang="en-US" altLang="zh-CN" sz="2400" dirty="0">
              <a:highlight>
                <a:srgbClr val="FF00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停止测量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（只亮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模式）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依次发送：关闭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3D 00 01 DD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A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2D 00 01 DD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、关闭硬件触发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、关闭电源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06 00 00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DAC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配置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08 00 00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、关闭基线采集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1D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、复位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05 00 01 DD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、关闭温度监测</a:t>
            </a:r>
            <a:r>
              <a:rPr lang="en-US" altLang="zh-CN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0A 00 00 DD</a:t>
            </a:r>
          </a:p>
          <a:p>
            <a:pPr marL="0" indent="0">
              <a:buSzPct val="80000"/>
              <a:buNone/>
            </a:pPr>
            <a:r>
              <a:rPr lang="zh-CN" altLang="en-US" sz="2400" dirty="0"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注意：界面点击停止测量后，一定在开启</a:t>
            </a:r>
            <a:r>
              <a:rPr lang="en-US" altLang="zh-CN" sz="2400" dirty="0"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B</a:t>
            </a:r>
            <a:r>
              <a:rPr lang="zh-CN" altLang="en-US" sz="2400" dirty="0">
                <a:highlight>
                  <a:srgbClr val="FF00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触发指令后，依次发送上述指令</a:t>
            </a:r>
            <a:endParaRPr lang="en-US" altLang="zh-CN" sz="2400" dirty="0">
              <a:highlight>
                <a:srgbClr val="FF00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E2A864B2-34B1-242E-5005-D700BA1EF520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按键</a:t>
            </a:r>
          </a:p>
        </p:txBody>
      </p:sp>
    </p:spTree>
    <p:extLst>
      <p:ext uri="{BB962C8B-B14F-4D97-AF65-F5344CB8AC3E}">
        <p14:creationId xmlns:p14="http://schemas.microsoft.com/office/powerpoint/2010/main" val="2268062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C1286-5592-BDC7-C43A-83B7046B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5A9CC035-3A2F-B332-5457-2C6FECD7A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5B71071-110A-28D7-811E-3D1293FE5A4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70AC675-7C65-7DD0-4CC3-85DF1BA98F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C06423F-1E6E-8639-E604-5B1104E7EA6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CB6FE67A-EFD2-1376-DAC8-B5C6467AA043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EEF14B-7C35-6E5E-3B28-B95F126199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6F37E296-9B9C-596E-0997-2C0B9F4DEF91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3515824-795C-962C-11A3-F3D174A624BD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34E8EDC6-F5D2-2096-FDC7-D79D656A781A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57B6F905-308A-EAFC-5E93-D40CCBF551DA}"/>
              </a:ext>
            </a:extLst>
          </p:cNvPr>
          <p:cNvSpPr txBox="1"/>
          <p:nvPr/>
        </p:nvSpPr>
        <p:spPr>
          <a:xfrm>
            <a:off x="899999" y="1832814"/>
            <a:ext cx="9776966" cy="4411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采集基线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发送：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1C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00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01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DD</a:t>
            </a:r>
          </a:p>
          <a:p>
            <a:pPr marL="0" indent="0">
              <a:buSzPct val="80000"/>
              <a:buNone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反馈：</a:t>
            </a: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12 F6 00 00 DD</a:t>
            </a: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FE06DE63-B3AC-BC5B-F621-63658344D57E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按键</a:t>
            </a:r>
          </a:p>
        </p:txBody>
      </p:sp>
    </p:spTree>
    <p:extLst>
      <p:ext uri="{BB962C8B-B14F-4D97-AF65-F5344CB8AC3E}">
        <p14:creationId xmlns:p14="http://schemas.microsoft.com/office/powerpoint/2010/main" val="296890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79326-FB74-8216-EEB8-8C82312D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C63AF7BB-621D-E95D-4D55-65B15891D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3689"/>
            <a:ext cx="12192000" cy="35330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A09532B-4A18-28CF-77E2-9B2DEB6F1B6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00000" y="330054"/>
            <a:ext cx="7200000" cy="216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6F2B480-3804-480B-A0C5-7F8075A04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00000" cy="8761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3816EFC-952C-0A6A-8AB0-6D477902030E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62" y="6485686"/>
            <a:ext cx="12204000" cy="38106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7806C594-5A31-91AA-89CE-80AEE320569F}"/>
              </a:ext>
            </a:extLst>
          </p:cNvPr>
          <p:cNvSpPr txBox="1"/>
          <p:nvPr/>
        </p:nvSpPr>
        <p:spPr>
          <a:xfrm>
            <a:off x="3921124" y="6536810"/>
            <a:ext cx="394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College of Physics, Sichuan University</a:t>
            </a:r>
            <a:endParaRPr lang="zh-CN" altLang="en-US" b="1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AA3041-F9AF-18B9-0473-2F082B83B5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21" y="6485925"/>
            <a:ext cx="418210" cy="381600"/>
          </a:xfrm>
          <a:prstGeom prst="rect">
            <a:avLst/>
          </a:prstGeom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6F864F36-6317-CC2B-ED53-484A929046BA}"/>
              </a:ext>
            </a:extLst>
          </p:cNvPr>
          <p:cNvGrpSpPr/>
          <p:nvPr/>
        </p:nvGrpSpPr>
        <p:grpSpPr>
          <a:xfrm>
            <a:off x="983287" y="1655047"/>
            <a:ext cx="10080000" cy="60151"/>
            <a:chOff x="711937" y="1647859"/>
            <a:chExt cx="8045794" cy="6015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2307548-64F0-94FE-AB2B-1BFF18EC24F7}"/>
                </a:ext>
              </a:extLst>
            </p:cNvPr>
            <p:cNvCxnSpPr/>
            <p:nvPr/>
          </p:nvCxnSpPr>
          <p:spPr>
            <a:xfrm>
              <a:off x="711937" y="1707785"/>
              <a:ext cx="7924987" cy="225"/>
            </a:xfrm>
            <a:prstGeom prst="line">
              <a:avLst/>
            </a:prstGeom>
            <a:ln w="63500">
              <a:solidFill>
                <a:schemeClr val="bg2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58AC127-0489-52C1-4D66-D3A84185EA93}"/>
                </a:ext>
              </a:extLst>
            </p:cNvPr>
            <p:cNvSpPr/>
            <p:nvPr/>
          </p:nvSpPr>
          <p:spPr>
            <a:xfrm>
              <a:off x="4371974" y="1647859"/>
              <a:ext cx="4385757" cy="457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endParaRPr>
            </a:p>
          </p:txBody>
        </p:sp>
      </p:grp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C7853D79-8C2A-3990-F79A-35F5E1D7D0E6}"/>
              </a:ext>
            </a:extLst>
          </p:cNvPr>
          <p:cNvSpPr txBox="1"/>
          <p:nvPr/>
        </p:nvSpPr>
        <p:spPr>
          <a:xfrm>
            <a:off x="899999" y="1832814"/>
            <a:ext cx="9776966" cy="4411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点亮位置信息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发光延时、宽度、次数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同步触发延时、宽度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手动采集基线或循环采集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循环区间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 </a:t>
            </a:r>
            <a:r>
              <a:rPr lang="zh-CN" altLang="en-US" sz="2400" dirty="0">
                <a:highlight>
                  <a:srgbClr val="FFFF00"/>
                </a:highlight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运行模式选择</a:t>
            </a:r>
            <a:endParaRPr lang="en-US" altLang="zh-CN" sz="2400" dirty="0">
              <a:highlight>
                <a:srgbClr val="FFFF00"/>
              </a:highlight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>
              <a:buSzPct val="80000"/>
              <a:buFont typeface="Wingdings" panose="05000000000000000000" pitchFamily="2" charset="2"/>
              <a:buChar char="p"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  <a:p>
            <a:pPr marL="0" indent="0">
              <a:buSzPct val="80000"/>
              <a:buNone/>
            </a:pP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  <a:cs typeface="Adobe Devanagari" panose="02040503050201020203" pitchFamily="18" charset="0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3FE68A7C-AD0D-F30C-C513-57A7E5B7DFA3}"/>
              </a:ext>
            </a:extLst>
          </p:cNvPr>
          <p:cNvSpPr txBox="1"/>
          <p:nvPr/>
        </p:nvSpPr>
        <p:spPr>
          <a:xfrm>
            <a:off x="899999" y="876108"/>
            <a:ext cx="9776966" cy="95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Adobe Devanagari" panose="02040503050201020203" pitchFamily="18" charset="0"/>
              </a:rPr>
              <a:t>可选参数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6BFC11-E1DC-1F96-B642-24981B0804CF}"/>
              </a:ext>
            </a:extLst>
          </p:cNvPr>
          <p:cNvSpPr/>
          <p:nvPr/>
        </p:nvSpPr>
        <p:spPr>
          <a:xfrm>
            <a:off x="3247465" y="4355733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EE5CF11-683D-3F6B-2D35-C2C7907C480C}"/>
              </a:ext>
            </a:extLst>
          </p:cNvPr>
          <p:cNvSpPr/>
          <p:nvPr/>
        </p:nvSpPr>
        <p:spPr>
          <a:xfrm>
            <a:off x="3247465" y="5117733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748A51-7A26-71C7-9274-D80D5488C22F}"/>
              </a:ext>
            </a:extLst>
          </p:cNvPr>
          <p:cNvSpPr/>
          <p:nvPr/>
        </p:nvSpPr>
        <p:spPr>
          <a:xfrm>
            <a:off x="4638115" y="3730877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006A08-E562-86EC-D529-F2F866767477}"/>
              </a:ext>
            </a:extLst>
          </p:cNvPr>
          <p:cNvSpPr/>
          <p:nvPr/>
        </p:nvSpPr>
        <p:spPr>
          <a:xfrm>
            <a:off x="5866840" y="3730877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252C56A-6B63-4AFE-B8E6-84E78327A18F}"/>
              </a:ext>
            </a:extLst>
          </p:cNvPr>
          <p:cNvSpPr/>
          <p:nvPr/>
        </p:nvSpPr>
        <p:spPr>
          <a:xfrm>
            <a:off x="7095565" y="3731496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F44A94-BB03-AFB0-8E85-CB910E0FB05B}"/>
              </a:ext>
            </a:extLst>
          </p:cNvPr>
          <p:cNvSpPr/>
          <p:nvPr/>
        </p:nvSpPr>
        <p:spPr>
          <a:xfrm>
            <a:off x="8324290" y="3731496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D3D395-ED4F-EDD6-6FB2-CE5A297DD107}"/>
              </a:ext>
            </a:extLst>
          </p:cNvPr>
          <p:cNvSpPr/>
          <p:nvPr/>
        </p:nvSpPr>
        <p:spPr>
          <a:xfrm>
            <a:off x="9553015" y="3730877"/>
            <a:ext cx="11239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通道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0B0EA5-5415-241E-56B9-630F129DCDDD}"/>
              </a:ext>
            </a:extLst>
          </p:cNvPr>
          <p:cNvSpPr/>
          <p:nvPr/>
        </p:nvSpPr>
        <p:spPr>
          <a:xfrm>
            <a:off x="4638115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BC3463C-DB03-1526-107F-FC4CD8623AD7}"/>
              </a:ext>
            </a:extLst>
          </p:cNvPr>
          <p:cNvSpPr/>
          <p:nvPr/>
        </p:nvSpPr>
        <p:spPr>
          <a:xfrm>
            <a:off x="5247715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11B641-078E-23DA-E56B-8B6F2F8198ED}"/>
              </a:ext>
            </a:extLst>
          </p:cNvPr>
          <p:cNvSpPr/>
          <p:nvPr/>
        </p:nvSpPr>
        <p:spPr>
          <a:xfrm>
            <a:off x="4638115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DE787A7-A325-28EA-BF30-25F76F4F902C}"/>
              </a:ext>
            </a:extLst>
          </p:cNvPr>
          <p:cNvSpPr/>
          <p:nvPr/>
        </p:nvSpPr>
        <p:spPr>
          <a:xfrm>
            <a:off x="5247715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890DEAF-53AB-BDBA-5912-E37C1677CCCF}"/>
              </a:ext>
            </a:extLst>
          </p:cNvPr>
          <p:cNvSpPr/>
          <p:nvPr/>
        </p:nvSpPr>
        <p:spPr>
          <a:xfrm>
            <a:off x="5866840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6F69A4A-989B-5250-63E1-EEA3D099F692}"/>
              </a:ext>
            </a:extLst>
          </p:cNvPr>
          <p:cNvSpPr/>
          <p:nvPr/>
        </p:nvSpPr>
        <p:spPr>
          <a:xfrm>
            <a:off x="6476440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9783A49-3576-6BBA-5C5B-2D6C4324E848}"/>
              </a:ext>
            </a:extLst>
          </p:cNvPr>
          <p:cNvSpPr/>
          <p:nvPr/>
        </p:nvSpPr>
        <p:spPr>
          <a:xfrm>
            <a:off x="5866840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F31806D-EC00-005D-8A9A-E88A9830E743}"/>
              </a:ext>
            </a:extLst>
          </p:cNvPr>
          <p:cNvSpPr/>
          <p:nvPr/>
        </p:nvSpPr>
        <p:spPr>
          <a:xfrm>
            <a:off x="6476440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F4C4A46-9BBF-AFCF-E8D7-AB9CF2B4473C}"/>
              </a:ext>
            </a:extLst>
          </p:cNvPr>
          <p:cNvSpPr/>
          <p:nvPr/>
        </p:nvSpPr>
        <p:spPr>
          <a:xfrm>
            <a:off x="7095565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81F5CF-73C4-7646-41B4-B6CB2866EFE2}"/>
              </a:ext>
            </a:extLst>
          </p:cNvPr>
          <p:cNvSpPr/>
          <p:nvPr/>
        </p:nvSpPr>
        <p:spPr>
          <a:xfrm>
            <a:off x="7705165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90E13A-4E02-0CFC-53BF-E1C07E527CA4}"/>
              </a:ext>
            </a:extLst>
          </p:cNvPr>
          <p:cNvSpPr/>
          <p:nvPr/>
        </p:nvSpPr>
        <p:spPr>
          <a:xfrm>
            <a:off x="7095565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3A88B4-20B1-B808-0AA5-FF99FCEE45F4}"/>
              </a:ext>
            </a:extLst>
          </p:cNvPr>
          <p:cNvSpPr/>
          <p:nvPr/>
        </p:nvSpPr>
        <p:spPr>
          <a:xfrm>
            <a:off x="7705165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856FEFD-B17C-CA5A-C065-3F9525E2C78C}"/>
              </a:ext>
            </a:extLst>
          </p:cNvPr>
          <p:cNvSpPr/>
          <p:nvPr/>
        </p:nvSpPr>
        <p:spPr>
          <a:xfrm>
            <a:off x="8324290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4F24FD4-0221-87F6-83C0-7F879FBE16C6}"/>
              </a:ext>
            </a:extLst>
          </p:cNvPr>
          <p:cNvSpPr/>
          <p:nvPr/>
        </p:nvSpPr>
        <p:spPr>
          <a:xfrm>
            <a:off x="8933890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32F9D4-4743-E9C1-6676-49DA370D9AD0}"/>
              </a:ext>
            </a:extLst>
          </p:cNvPr>
          <p:cNvSpPr/>
          <p:nvPr/>
        </p:nvSpPr>
        <p:spPr>
          <a:xfrm>
            <a:off x="8324290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1F6E35C-42BE-BD01-20A9-9B72A35B6B8A}"/>
              </a:ext>
            </a:extLst>
          </p:cNvPr>
          <p:cNvSpPr/>
          <p:nvPr/>
        </p:nvSpPr>
        <p:spPr>
          <a:xfrm>
            <a:off x="8933890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980A12B-45AF-E9D4-F637-E5DEAB8B5494}"/>
              </a:ext>
            </a:extLst>
          </p:cNvPr>
          <p:cNvSpPr/>
          <p:nvPr/>
        </p:nvSpPr>
        <p:spPr>
          <a:xfrm>
            <a:off x="9553015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BFA02E8-1F3B-449C-2A1F-13B35B0329A4}"/>
              </a:ext>
            </a:extLst>
          </p:cNvPr>
          <p:cNvSpPr/>
          <p:nvPr/>
        </p:nvSpPr>
        <p:spPr>
          <a:xfrm>
            <a:off x="10162615" y="4355732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390DDFE-F4E8-8427-7008-97FDC81D6FD0}"/>
              </a:ext>
            </a:extLst>
          </p:cNvPr>
          <p:cNvSpPr/>
          <p:nvPr/>
        </p:nvSpPr>
        <p:spPr>
          <a:xfrm>
            <a:off x="9553015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AD2D85E-45BE-9F34-25F8-585D41CD7117}"/>
              </a:ext>
            </a:extLst>
          </p:cNvPr>
          <p:cNvSpPr/>
          <p:nvPr/>
        </p:nvSpPr>
        <p:spPr>
          <a:xfrm>
            <a:off x="10162615" y="5117733"/>
            <a:ext cx="514350" cy="4667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×4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86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80"/>
    </mc:Choice>
    <mc:Fallback xmlns="">
      <p:transition spd="slow" advTm="868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MxYzBhZTA5MmYxYTVhNmUxMTA3NzQ4ZjZkMzM4Y2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351</TotalTime>
  <Words>1874</Words>
  <Application>Microsoft Office PowerPoint</Application>
  <PresentationFormat>宽屏</PresentationFormat>
  <Paragraphs>270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7" baseType="lpstr">
      <vt:lpstr>等线</vt:lpstr>
      <vt:lpstr>Arial</vt:lpstr>
      <vt:lpstr>Calibri</vt:lpstr>
      <vt:lpstr>Calibri Light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ZCY</dc:creator>
  <cp:lastModifiedBy>CY Z</cp:lastModifiedBy>
  <cp:revision>735</cp:revision>
  <cp:lastPrinted>2020-10-05T07:35:00Z</cp:lastPrinted>
  <dcterms:created xsi:type="dcterms:W3CDTF">2019-07-11T10:16:00Z</dcterms:created>
  <dcterms:modified xsi:type="dcterms:W3CDTF">2025-11-13T12:01:43Z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A6C9DBD78A0541648B90385E5E827FA1_12</vt:lpwstr>
  </property>
  <property fmtid="{D5CDD505-2E9C-101B-9397-08002B2CF9AE}" pid="3" name="KSOProductBuildVer">
    <vt:lpwstr>2052-12.1.0.17147</vt:lpwstr>
  </property>
</Properties>
</file>